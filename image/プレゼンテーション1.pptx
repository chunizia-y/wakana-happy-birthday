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21674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82" autoAdjust="0"/>
    <p:restoredTop sz="94660" autoAdjust="0"/>
  </p:normalViewPr>
  <p:slideViewPr>
    <p:cSldViewPr snapToGrid="0">
      <p:cViewPr varScale="1">
        <p:scale>
          <a:sx n="46" d="100"/>
          <a:sy n="46" d="100"/>
        </p:scale>
        <p:origin x="4866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30CB9-29C4-4987-93D4-DCA9157ECBF4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4B004-AC6B-4818-BCBB-9402D028C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128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草津　湯畑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4B004-AC6B-4818-BCBB-9402D028C5C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467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お台場　女神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4B004-AC6B-4818-BCBB-9402D028C5C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485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ジブリ </a:t>
            </a:r>
            <a:r>
              <a:rPr kumimoji="1" lang="en-US" altLang="ja-JP" dirty="0"/>
              <a:t>289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4B004-AC6B-4818-BCBB-9402D028C5C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52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軽井沢 木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4B004-AC6B-4818-BCBB-9402D028C5C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162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川治 石臼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4B004-AC6B-4818-BCBB-9402D028C5C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19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富士 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4B004-AC6B-4818-BCBB-9402D028C5C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40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47135"/>
            <a:ext cx="10363200" cy="754581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83941"/>
            <a:ext cx="9144000" cy="523289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51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86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403489"/>
            <a:ext cx="10515600" cy="901583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504620"/>
            <a:ext cx="10515600" cy="474121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85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69736"/>
            <a:ext cx="5181600" cy="137520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69736"/>
            <a:ext cx="5181600" cy="137520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75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53952"/>
            <a:ext cx="10515600" cy="418933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313176"/>
            <a:ext cx="5157787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917081"/>
            <a:ext cx="5157787" cy="116448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313176"/>
            <a:ext cx="5183188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917081"/>
            <a:ext cx="5183188" cy="116448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71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67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68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20679"/>
            <a:ext cx="6172200" cy="1540268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47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20679"/>
            <a:ext cx="6172200" cy="1540268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61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08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53947"/>
            <a:ext cx="2628900" cy="1836783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53947"/>
            <a:ext cx="7734300" cy="1836783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09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3952"/>
            <a:ext cx="10515600" cy="418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69736"/>
            <a:ext cx="10515600" cy="13752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38ABF-BADB-44E8-ABAF-C9EB5547E6EC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88720"/>
            <a:ext cx="41148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9B48C-D610-4B6A-866B-E199717F30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13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pxhere.com/zh/photo/139363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eneracionghibli.blogspot.com/2018/04/studio-ghibli-presenta-las-primeras.html" TargetMode="External"/><Relationship Id="rId3" Type="http://schemas.openxmlformats.org/officeDocument/2006/relationships/image" Target="../media/image10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wrd.com/creatives/detail/1028568" TargetMode="External"/><Relationship Id="rId11" Type="http://schemas.openxmlformats.org/officeDocument/2006/relationships/image" Target="../media/image15.jpeg"/><Relationship Id="rId5" Type="http://schemas.openxmlformats.org/officeDocument/2006/relationships/image" Target="../media/image11.png"/><Relationship Id="rId10" Type="http://schemas.openxmlformats.org/officeDocument/2006/relationships/image" Target="../media/image14.jpeg"/><Relationship Id="rId4" Type="http://schemas.openxmlformats.org/officeDocument/2006/relationships/hyperlink" Target="https://www.flickr.com/photos/49192531@N07/9631855750" TargetMode="External"/><Relationship Id="rId9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hyperlink" Target="https://www.flickr.com/photos/49192531@N07/9631855750" TargetMode="External"/><Relationship Id="rId7" Type="http://schemas.openxmlformats.org/officeDocument/2006/relationships/hyperlink" Target="https://generacionghibli.blogspot.com/2018/04/studio-ghibli-presenta-las-primeras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hyperlink" Target="https://awrd.com/creatives/detail/1028568" TargetMode="External"/><Relationship Id="rId10" Type="http://schemas.openxmlformats.org/officeDocument/2006/relationships/image" Target="../media/image15.jpeg"/><Relationship Id="rId4" Type="http://schemas.openxmlformats.org/officeDocument/2006/relationships/image" Target="../media/image11.png"/><Relationship Id="rId9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4470F4-2E24-BC91-BCE3-F74D22127B3E}"/>
              </a:ext>
            </a:extLst>
          </p:cNvPr>
          <p:cNvSpPr txBox="1"/>
          <p:nvPr/>
        </p:nvSpPr>
        <p:spPr>
          <a:xfrm>
            <a:off x="3167562" y="2926056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？に入る言葉は何か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B3CDC93-80DE-92CA-0CE7-D879F13E38A8}"/>
              </a:ext>
            </a:extLst>
          </p:cNvPr>
          <p:cNvSpPr txBox="1"/>
          <p:nvPr/>
        </p:nvSpPr>
        <p:spPr>
          <a:xfrm>
            <a:off x="7289967" y="20643327"/>
            <a:ext cx="44333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</a:t>
            </a:r>
            <a:r>
              <a:rPr kumimoji="1" lang="en-US" altLang="ja-JP" sz="4400" b="1" dirty="0"/>
              <a:t>Y</a:t>
            </a:r>
            <a:r>
              <a:rPr kumimoji="1" lang="en-US" altLang="ja-JP" sz="4000" dirty="0"/>
              <a:t>USUKE</a:t>
            </a:r>
            <a:endParaRPr kumimoji="1" lang="ja-JP" altLang="en-US" sz="4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F7827B9-C657-D6D8-7E0B-D2D199B4A9FC}"/>
              </a:ext>
            </a:extLst>
          </p:cNvPr>
          <p:cNvSpPr txBox="1"/>
          <p:nvPr/>
        </p:nvSpPr>
        <p:spPr>
          <a:xfrm>
            <a:off x="254666" y="727365"/>
            <a:ext cx="15953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図 25" descr="草の上に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1CA238B7-B4D4-79A6-8579-FCAA2852E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04455" y="7837560"/>
            <a:ext cx="3068782" cy="2045855"/>
          </a:xfrm>
          <a:prstGeom prst="rect">
            <a:avLst/>
          </a:prstGeom>
        </p:spPr>
      </p:pic>
      <p:sp>
        <p:nvSpPr>
          <p:cNvPr id="27" name="吹き出し: 四角形 26">
            <a:extLst>
              <a:ext uri="{FF2B5EF4-FFF2-40B4-BE49-F238E27FC236}">
                <a16:creationId xmlns:a16="http://schemas.microsoft.com/office/drawing/2014/main" id="{00B3B8A5-EFC2-B79B-8B78-6E8EFA0CF9D0}"/>
              </a:ext>
            </a:extLst>
          </p:cNvPr>
          <p:cNvSpPr/>
          <p:nvPr/>
        </p:nvSpPr>
        <p:spPr>
          <a:xfrm>
            <a:off x="3207326" y="5922818"/>
            <a:ext cx="2888673" cy="1350818"/>
          </a:xfrm>
          <a:prstGeom prst="wedgeRectCallou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rgbClr val="FF0000"/>
                </a:solidFill>
              </a:rPr>
              <a:t>☀</a:t>
            </a:r>
            <a:r>
              <a:rPr kumimoji="1" lang="ja-JP" altLang="en-US" sz="6000" dirty="0">
                <a:solidFill>
                  <a:schemeClr val="tx1"/>
                </a:solidFill>
              </a:rPr>
              <a:t> → ウ</a:t>
            </a: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24E4B3F1-D0A0-F47F-BA49-5863D5DD736C}"/>
              </a:ext>
            </a:extLst>
          </p:cNvPr>
          <p:cNvSpPr/>
          <p:nvPr/>
        </p:nvSpPr>
        <p:spPr>
          <a:xfrm>
            <a:off x="5420590" y="8548760"/>
            <a:ext cx="1350819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8677B65-CC95-DCB7-775F-02C1A684EE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948"/>
          <a:stretch>
            <a:fillRect/>
          </a:stretch>
        </p:blipFill>
        <p:spPr>
          <a:xfrm>
            <a:off x="7808768" y="7612712"/>
            <a:ext cx="3068782" cy="249555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EDC8CA0-0167-3ABB-7EE7-A43081AD6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125" y="11781828"/>
            <a:ext cx="1921441" cy="231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吹き出し: 四角形 32">
            <a:extLst>
              <a:ext uri="{FF2B5EF4-FFF2-40B4-BE49-F238E27FC236}">
                <a16:creationId xmlns:a16="http://schemas.microsoft.com/office/drawing/2014/main" id="{06D56D56-62F8-37E7-B12D-A8D2EA83137D}"/>
              </a:ext>
            </a:extLst>
          </p:cNvPr>
          <p:cNvSpPr/>
          <p:nvPr/>
        </p:nvSpPr>
        <p:spPr>
          <a:xfrm>
            <a:off x="3207326" y="10389446"/>
            <a:ext cx="2888673" cy="1350818"/>
          </a:xfrm>
          <a:prstGeom prst="wedgeRectCallou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chemeClr val="tx1"/>
                </a:solidFill>
              </a:rPr>
              <a:t>1000</a:t>
            </a:r>
            <a:r>
              <a:rPr kumimoji="1" lang="ja-JP" altLang="en-US" sz="6000" dirty="0">
                <a:solidFill>
                  <a:schemeClr val="tx1"/>
                </a:solidFill>
              </a:rPr>
              <a:t> → フ</a:t>
            </a:r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33E92E9C-CAB2-D2D6-F498-761B98CFC200}"/>
              </a:ext>
            </a:extLst>
          </p:cNvPr>
          <p:cNvSpPr/>
          <p:nvPr/>
        </p:nvSpPr>
        <p:spPr>
          <a:xfrm>
            <a:off x="5420590" y="12957496"/>
            <a:ext cx="1350819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4" name="Picture 10" descr="はてなマークイラストのフリー素材｜イラストイメージ">
            <a:extLst>
              <a:ext uri="{FF2B5EF4-FFF2-40B4-BE49-F238E27FC236}">
                <a16:creationId xmlns:a16="http://schemas.microsoft.com/office/drawing/2014/main" id="{1314B6A3-6F84-FB85-A53F-07A759DE7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912" y="11282419"/>
            <a:ext cx="2744494" cy="274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54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E794-08B4-F4E8-E1FA-B734E385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FCF5E2-A3B8-266C-D4A1-DDD0FAC88239}"/>
              </a:ext>
            </a:extLst>
          </p:cNvPr>
          <p:cNvSpPr txBox="1"/>
          <p:nvPr/>
        </p:nvSpPr>
        <p:spPr>
          <a:xfrm>
            <a:off x="638515" y="6795656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そこにあったのは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E59B6E-6F32-A9C6-5ABD-23BFC57429DF}"/>
              </a:ext>
            </a:extLst>
          </p:cNvPr>
          <p:cNvSpPr txBox="1"/>
          <p:nvPr/>
        </p:nvSpPr>
        <p:spPr>
          <a:xfrm>
            <a:off x="254666" y="727365"/>
            <a:ext cx="24497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A53012-BE2C-6265-6D6F-7A26BC659E2D}"/>
              </a:ext>
            </a:extLst>
          </p:cNvPr>
          <p:cNvSpPr/>
          <p:nvPr/>
        </p:nvSpPr>
        <p:spPr>
          <a:xfrm>
            <a:off x="4590550" y="8697964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 dirty="0">
                <a:solidFill>
                  <a:schemeClr val="tx1"/>
                </a:solidFill>
              </a:rPr>
              <a:t>漢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E11086-ABD0-4267-6B17-9368AC6B18EA}"/>
              </a:ext>
            </a:extLst>
          </p:cNvPr>
          <p:cNvSpPr txBox="1"/>
          <p:nvPr/>
        </p:nvSpPr>
        <p:spPr>
          <a:xfrm>
            <a:off x="7289967" y="20643327"/>
            <a:ext cx="44156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Y</a:t>
            </a:r>
            <a:r>
              <a:rPr kumimoji="1" lang="en-US" altLang="ja-JP" sz="4400" b="1" dirty="0"/>
              <a:t>U</a:t>
            </a:r>
            <a:r>
              <a:rPr kumimoji="1" lang="en-US" altLang="ja-JP" sz="4000" dirty="0"/>
              <a:t>SUKE</a:t>
            </a:r>
            <a:endParaRPr kumimoji="1" lang="ja-JP" altLang="en-US" sz="40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22F31F8-B816-9A52-6712-CEA5B57FE6AF}"/>
              </a:ext>
            </a:extLst>
          </p:cNvPr>
          <p:cNvSpPr/>
          <p:nvPr/>
        </p:nvSpPr>
        <p:spPr>
          <a:xfrm>
            <a:off x="6190351" y="8697964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 dirty="0">
                <a:solidFill>
                  <a:schemeClr val="tx1"/>
                </a:solidFill>
              </a:rPr>
              <a:t>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019C80-CE50-0D91-1A71-F48BCB451DF3}"/>
              </a:ext>
            </a:extLst>
          </p:cNvPr>
          <p:cNvSpPr txBox="1"/>
          <p:nvPr/>
        </p:nvSpPr>
        <p:spPr>
          <a:xfrm>
            <a:off x="4919569" y="12263782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正解したら散策しよう！</a:t>
            </a:r>
          </a:p>
        </p:txBody>
      </p:sp>
    </p:spTree>
    <p:extLst>
      <p:ext uri="{BB962C8B-B14F-4D97-AF65-F5344CB8AC3E}">
        <p14:creationId xmlns:p14="http://schemas.microsoft.com/office/powerpoint/2010/main" val="28761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DE4E-00D1-ED2F-9DE0-D224E0B49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DB76CB-C86B-2293-39DF-83E21317420C}"/>
              </a:ext>
            </a:extLst>
          </p:cNvPr>
          <p:cNvSpPr txBox="1"/>
          <p:nvPr/>
        </p:nvSpPr>
        <p:spPr>
          <a:xfrm>
            <a:off x="1153956" y="3149361"/>
            <a:ext cx="10810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３つの記念日を除いた線を引いて</a:t>
            </a:r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３辺が囲われている文字を読んで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80DE5F-80BF-D50F-5679-01DEA75F005A}"/>
              </a:ext>
            </a:extLst>
          </p:cNvPr>
          <p:cNvSpPr txBox="1"/>
          <p:nvPr/>
        </p:nvSpPr>
        <p:spPr>
          <a:xfrm>
            <a:off x="254666" y="727365"/>
            <a:ext cx="18934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781002-ED3E-778B-4196-29027D23E797}"/>
              </a:ext>
            </a:extLst>
          </p:cNvPr>
          <p:cNvSpPr/>
          <p:nvPr/>
        </p:nvSpPr>
        <p:spPr>
          <a:xfrm>
            <a:off x="3458242" y="9663402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6F36C6-D243-1B66-0451-02A4A91EC8A5}"/>
              </a:ext>
            </a:extLst>
          </p:cNvPr>
          <p:cNvSpPr txBox="1"/>
          <p:nvPr/>
        </p:nvSpPr>
        <p:spPr>
          <a:xfrm>
            <a:off x="7289967" y="20643327"/>
            <a:ext cx="44285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YU</a:t>
            </a:r>
            <a:r>
              <a:rPr kumimoji="1" lang="en-US" altLang="ja-JP" sz="4400" b="1" dirty="0"/>
              <a:t>S</a:t>
            </a:r>
            <a:r>
              <a:rPr kumimoji="1" lang="en-US" altLang="ja-JP" sz="4000" dirty="0"/>
              <a:t>UKE</a:t>
            </a:r>
            <a:endParaRPr kumimoji="1" lang="ja-JP" altLang="en-US" sz="40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45B31A9-5121-D9E5-AE9C-2814552ADCE9}"/>
              </a:ext>
            </a:extLst>
          </p:cNvPr>
          <p:cNvSpPr/>
          <p:nvPr/>
        </p:nvSpPr>
        <p:spPr>
          <a:xfrm>
            <a:off x="4506957" y="7606725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ブ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6C0370F-AA72-1FBA-BAC1-0276F0EA0871}"/>
              </a:ext>
            </a:extLst>
          </p:cNvPr>
          <p:cNvSpPr/>
          <p:nvPr/>
        </p:nvSpPr>
        <p:spPr>
          <a:xfrm>
            <a:off x="2555349" y="11876682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リ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19E55BD-F2BC-7E8E-BB0A-21A541EC478F}"/>
              </a:ext>
            </a:extLst>
          </p:cNvPr>
          <p:cNvSpPr/>
          <p:nvPr/>
        </p:nvSpPr>
        <p:spPr>
          <a:xfrm>
            <a:off x="8570309" y="11167257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A025253-A28B-2BAE-D701-7AC9EB2896C8}"/>
              </a:ext>
            </a:extLst>
          </p:cNvPr>
          <p:cNvSpPr/>
          <p:nvPr/>
        </p:nvSpPr>
        <p:spPr>
          <a:xfrm>
            <a:off x="4932422" y="14119688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ア</a:t>
            </a:r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ACB5061-C3BF-A2F0-BCDC-1AE842BF60A7}"/>
              </a:ext>
            </a:extLst>
          </p:cNvPr>
          <p:cNvSpPr/>
          <p:nvPr/>
        </p:nvSpPr>
        <p:spPr>
          <a:xfrm>
            <a:off x="9603125" y="14122142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834D9BB-6082-9972-B15E-243931659217}"/>
              </a:ext>
            </a:extLst>
          </p:cNvPr>
          <p:cNvSpPr/>
          <p:nvPr/>
        </p:nvSpPr>
        <p:spPr>
          <a:xfrm>
            <a:off x="4312489" y="11167257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ワ</a:t>
            </a:r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FBC89E7-0A37-E611-E5E2-DDFCFB5640E2}"/>
              </a:ext>
            </a:extLst>
          </p:cNvPr>
          <p:cNvSpPr/>
          <p:nvPr/>
        </p:nvSpPr>
        <p:spPr>
          <a:xfrm>
            <a:off x="7333961" y="13430126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カ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22DEB65-9C87-CD05-2B24-645665F60ECA}"/>
              </a:ext>
            </a:extLst>
          </p:cNvPr>
          <p:cNvSpPr/>
          <p:nvPr/>
        </p:nvSpPr>
        <p:spPr>
          <a:xfrm>
            <a:off x="5861035" y="9234711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ナ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83B4D2-03BF-8D2D-4AA0-60325AA49700}"/>
              </a:ext>
            </a:extLst>
          </p:cNvPr>
          <p:cNvSpPr/>
          <p:nvPr/>
        </p:nvSpPr>
        <p:spPr>
          <a:xfrm>
            <a:off x="2955447" y="13552356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ユ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EAF44FB-3771-F224-3B36-FBCA98D6EAC6}"/>
              </a:ext>
            </a:extLst>
          </p:cNvPr>
          <p:cNvSpPr/>
          <p:nvPr/>
        </p:nvSpPr>
        <p:spPr>
          <a:xfrm>
            <a:off x="6598528" y="11854157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ス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869BE3B-57C1-8EF8-CB21-DA654FE01E4D}"/>
              </a:ext>
            </a:extLst>
          </p:cNvPr>
          <p:cNvSpPr/>
          <p:nvPr/>
        </p:nvSpPr>
        <p:spPr>
          <a:xfrm>
            <a:off x="7984673" y="9474992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ケ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BA940C1-9C7B-5039-4EC4-61501804ED63}"/>
              </a:ext>
            </a:extLst>
          </p:cNvPr>
          <p:cNvCxnSpPr>
            <a:cxnSpLocks/>
          </p:cNvCxnSpPr>
          <p:nvPr/>
        </p:nvCxnSpPr>
        <p:spPr>
          <a:xfrm>
            <a:off x="2410691" y="7834745"/>
            <a:ext cx="9526643" cy="7045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ED85713-4D92-5F39-BC67-7C595845061A}"/>
              </a:ext>
            </a:extLst>
          </p:cNvPr>
          <p:cNvCxnSpPr>
            <a:cxnSpLocks/>
          </p:cNvCxnSpPr>
          <p:nvPr/>
        </p:nvCxnSpPr>
        <p:spPr>
          <a:xfrm flipV="1">
            <a:off x="7863897" y="10429445"/>
            <a:ext cx="3936041" cy="495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66ABEEE-52BE-A268-8BB6-DD1E57142B56}"/>
              </a:ext>
            </a:extLst>
          </p:cNvPr>
          <p:cNvCxnSpPr>
            <a:cxnSpLocks/>
          </p:cNvCxnSpPr>
          <p:nvPr/>
        </p:nvCxnSpPr>
        <p:spPr>
          <a:xfrm flipV="1">
            <a:off x="254666" y="13134109"/>
            <a:ext cx="11937334" cy="1921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7170F42-D56D-BF2E-9E13-AABD23F69EE3}"/>
              </a:ext>
            </a:extLst>
          </p:cNvPr>
          <p:cNvCxnSpPr>
            <a:cxnSpLocks/>
          </p:cNvCxnSpPr>
          <p:nvPr/>
        </p:nvCxnSpPr>
        <p:spPr>
          <a:xfrm>
            <a:off x="1463702" y="10126402"/>
            <a:ext cx="6400195" cy="5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39B482F-477A-7E96-C958-B1493A8886D9}"/>
              </a:ext>
            </a:extLst>
          </p:cNvPr>
          <p:cNvCxnSpPr>
            <a:cxnSpLocks/>
          </p:cNvCxnSpPr>
          <p:nvPr/>
        </p:nvCxnSpPr>
        <p:spPr>
          <a:xfrm flipH="1">
            <a:off x="392062" y="15305959"/>
            <a:ext cx="11803390" cy="826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AD3D92F-4B12-5ADD-50D9-F7B2F7A6E642}"/>
              </a:ext>
            </a:extLst>
          </p:cNvPr>
          <p:cNvCxnSpPr>
            <a:cxnSpLocks/>
          </p:cNvCxnSpPr>
          <p:nvPr/>
        </p:nvCxnSpPr>
        <p:spPr>
          <a:xfrm flipV="1">
            <a:off x="348891" y="7002618"/>
            <a:ext cx="4226004" cy="8386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ACE07436-E23E-BF51-CCF0-4EB006C209B5}"/>
              </a:ext>
            </a:extLst>
          </p:cNvPr>
          <p:cNvCxnSpPr>
            <a:cxnSpLocks/>
          </p:cNvCxnSpPr>
          <p:nvPr/>
        </p:nvCxnSpPr>
        <p:spPr>
          <a:xfrm flipV="1">
            <a:off x="3814444" y="7256029"/>
            <a:ext cx="5154730" cy="8309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1A6E5BBB-B273-4505-9C9B-B3EA160F6BFA}"/>
              </a:ext>
            </a:extLst>
          </p:cNvPr>
          <p:cNvCxnSpPr>
            <a:cxnSpLocks/>
          </p:cNvCxnSpPr>
          <p:nvPr/>
        </p:nvCxnSpPr>
        <p:spPr>
          <a:xfrm flipV="1">
            <a:off x="729745" y="10847563"/>
            <a:ext cx="10787429" cy="2207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B17BA68E-0B1A-C0FB-B584-DF51554BFD29}"/>
              </a:ext>
            </a:extLst>
          </p:cNvPr>
          <p:cNvCxnSpPr>
            <a:cxnSpLocks/>
          </p:cNvCxnSpPr>
          <p:nvPr/>
        </p:nvCxnSpPr>
        <p:spPr>
          <a:xfrm flipV="1">
            <a:off x="674826" y="8726167"/>
            <a:ext cx="11262508" cy="212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A9ED97FD-F4E9-60A7-77AA-7BCE70FA584E}"/>
              </a:ext>
            </a:extLst>
          </p:cNvPr>
          <p:cNvCxnSpPr>
            <a:cxnSpLocks/>
          </p:cNvCxnSpPr>
          <p:nvPr/>
        </p:nvCxnSpPr>
        <p:spPr>
          <a:xfrm flipH="1">
            <a:off x="2242509" y="15305959"/>
            <a:ext cx="11831335" cy="83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直線コネクタ 1034">
            <a:extLst>
              <a:ext uri="{FF2B5EF4-FFF2-40B4-BE49-F238E27FC236}">
                <a16:creationId xmlns:a16="http://schemas.microsoft.com/office/drawing/2014/main" id="{77D89ECD-9BEA-9A99-C3C6-C4A09D959D5D}"/>
              </a:ext>
            </a:extLst>
          </p:cNvPr>
          <p:cNvCxnSpPr>
            <a:cxnSpLocks/>
          </p:cNvCxnSpPr>
          <p:nvPr/>
        </p:nvCxnSpPr>
        <p:spPr>
          <a:xfrm>
            <a:off x="5210627" y="7192716"/>
            <a:ext cx="6726707" cy="3762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七角形 1048">
            <a:extLst>
              <a:ext uri="{FF2B5EF4-FFF2-40B4-BE49-F238E27FC236}">
                <a16:creationId xmlns:a16="http://schemas.microsoft.com/office/drawing/2014/main" id="{3ADC89C4-3D51-E961-4A99-CC90750D03C6}"/>
              </a:ext>
            </a:extLst>
          </p:cNvPr>
          <p:cNvSpPr/>
          <p:nvPr/>
        </p:nvSpPr>
        <p:spPr>
          <a:xfrm>
            <a:off x="254666" y="8329262"/>
            <a:ext cx="1018146" cy="107726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①</a:t>
            </a:r>
          </a:p>
        </p:txBody>
      </p:sp>
      <p:sp>
        <p:nvSpPr>
          <p:cNvPr id="1050" name="七角形 1049">
            <a:extLst>
              <a:ext uri="{FF2B5EF4-FFF2-40B4-BE49-F238E27FC236}">
                <a16:creationId xmlns:a16="http://schemas.microsoft.com/office/drawing/2014/main" id="{F7CA693A-42AE-68C0-D780-67EF1B6710AC}"/>
              </a:ext>
            </a:extLst>
          </p:cNvPr>
          <p:cNvSpPr/>
          <p:nvPr/>
        </p:nvSpPr>
        <p:spPr>
          <a:xfrm>
            <a:off x="254666" y="10490273"/>
            <a:ext cx="1018146" cy="107726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④</a:t>
            </a:r>
          </a:p>
        </p:txBody>
      </p:sp>
      <p:sp>
        <p:nvSpPr>
          <p:cNvPr id="1051" name="七角形 1050">
            <a:extLst>
              <a:ext uri="{FF2B5EF4-FFF2-40B4-BE49-F238E27FC236}">
                <a16:creationId xmlns:a16="http://schemas.microsoft.com/office/drawing/2014/main" id="{D647B634-033E-1DA8-B127-80EE33BC4619}"/>
              </a:ext>
            </a:extLst>
          </p:cNvPr>
          <p:cNvSpPr/>
          <p:nvPr/>
        </p:nvSpPr>
        <p:spPr>
          <a:xfrm>
            <a:off x="254666" y="12679911"/>
            <a:ext cx="1018146" cy="107726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③</a:t>
            </a:r>
          </a:p>
        </p:txBody>
      </p:sp>
      <p:sp>
        <p:nvSpPr>
          <p:cNvPr id="1052" name="七角形 1051">
            <a:extLst>
              <a:ext uri="{FF2B5EF4-FFF2-40B4-BE49-F238E27FC236}">
                <a16:creationId xmlns:a16="http://schemas.microsoft.com/office/drawing/2014/main" id="{D2FD493D-1B97-900A-A6E4-78281C0E4C65}"/>
              </a:ext>
            </a:extLst>
          </p:cNvPr>
          <p:cNvSpPr/>
          <p:nvPr/>
        </p:nvSpPr>
        <p:spPr>
          <a:xfrm>
            <a:off x="254666" y="14801772"/>
            <a:ext cx="1018146" cy="107726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②</a:t>
            </a:r>
          </a:p>
        </p:txBody>
      </p:sp>
      <p:sp>
        <p:nvSpPr>
          <p:cNvPr id="1053" name="七角形 1052">
            <a:extLst>
              <a:ext uri="{FF2B5EF4-FFF2-40B4-BE49-F238E27FC236}">
                <a16:creationId xmlns:a16="http://schemas.microsoft.com/office/drawing/2014/main" id="{0A514E10-94F6-ADF2-09D3-D8CB8A8ECA87}"/>
              </a:ext>
            </a:extLst>
          </p:cNvPr>
          <p:cNvSpPr/>
          <p:nvPr/>
        </p:nvSpPr>
        <p:spPr>
          <a:xfrm>
            <a:off x="1153956" y="9415567"/>
            <a:ext cx="1018146" cy="1101436"/>
          </a:xfrm>
          <a:prstGeom prst="hep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⑥</a:t>
            </a:r>
          </a:p>
        </p:txBody>
      </p:sp>
      <p:sp>
        <p:nvSpPr>
          <p:cNvPr id="1054" name="七角形 1053">
            <a:extLst>
              <a:ext uri="{FF2B5EF4-FFF2-40B4-BE49-F238E27FC236}">
                <a16:creationId xmlns:a16="http://schemas.microsoft.com/office/drawing/2014/main" id="{78602646-966E-2366-4122-E9BE7D09B253}"/>
              </a:ext>
            </a:extLst>
          </p:cNvPr>
          <p:cNvSpPr/>
          <p:nvPr/>
        </p:nvSpPr>
        <p:spPr>
          <a:xfrm>
            <a:off x="1901791" y="7131888"/>
            <a:ext cx="1018146" cy="1101436"/>
          </a:xfrm>
          <a:prstGeom prst="hep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⑤</a:t>
            </a:r>
          </a:p>
        </p:txBody>
      </p:sp>
      <p:sp>
        <p:nvSpPr>
          <p:cNvPr id="1056" name="七角形 1055">
            <a:extLst>
              <a:ext uri="{FF2B5EF4-FFF2-40B4-BE49-F238E27FC236}">
                <a16:creationId xmlns:a16="http://schemas.microsoft.com/office/drawing/2014/main" id="{859C3337-FE21-A03C-AC76-5F573D232CDD}"/>
              </a:ext>
            </a:extLst>
          </p:cNvPr>
          <p:cNvSpPr/>
          <p:nvPr/>
        </p:nvSpPr>
        <p:spPr>
          <a:xfrm>
            <a:off x="3803416" y="6427294"/>
            <a:ext cx="1018146" cy="1101436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⑦</a:t>
            </a:r>
          </a:p>
        </p:txBody>
      </p:sp>
      <p:sp>
        <p:nvSpPr>
          <p:cNvPr id="1057" name="七角形 1056">
            <a:extLst>
              <a:ext uri="{FF2B5EF4-FFF2-40B4-BE49-F238E27FC236}">
                <a16:creationId xmlns:a16="http://schemas.microsoft.com/office/drawing/2014/main" id="{6C58DB75-EBD8-EF40-143E-A5B2AD7C9200}"/>
              </a:ext>
            </a:extLst>
          </p:cNvPr>
          <p:cNvSpPr/>
          <p:nvPr/>
        </p:nvSpPr>
        <p:spPr>
          <a:xfrm>
            <a:off x="5169888" y="6428947"/>
            <a:ext cx="1018146" cy="1101436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⑩</a:t>
            </a:r>
          </a:p>
        </p:txBody>
      </p:sp>
      <p:sp>
        <p:nvSpPr>
          <p:cNvPr id="1058" name="七角形 1057">
            <a:extLst>
              <a:ext uri="{FF2B5EF4-FFF2-40B4-BE49-F238E27FC236}">
                <a16:creationId xmlns:a16="http://schemas.microsoft.com/office/drawing/2014/main" id="{C031254A-9ADA-2354-EA46-B60185400537}"/>
              </a:ext>
            </a:extLst>
          </p:cNvPr>
          <p:cNvSpPr/>
          <p:nvPr/>
        </p:nvSpPr>
        <p:spPr>
          <a:xfrm>
            <a:off x="8266229" y="6450466"/>
            <a:ext cx="1018146" cy="1101436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⑧</a:t>
            </a:r>
          </a:p>
        </p:txBody>
      </p:sp>
      <p:sp>
        <p:nvSpPr>
          <p:cNvPr id="1059" name="七角形 1058">
            <a:extLst>
              <a:ext uri="{FF2B5EF4-FFF2-40B4-BE49-F238E27FC236}">
                <a16:creationId xmlns:a16="http://schemas.microsoft.com/office/drawing/2014/main" id="{96C5BFC6-F821-0A87-75A6-D19B53EFB17E}"/>
              </a:ext>
            </a:extLst>
          </p:cNvPr>
          <p:cNvSpPr/>
          <p:nvPr/>
        </p:nvSpPr>
        <p:spPr>
          <a:xfrm>
            <a:off x="11076789" y="9735633"/>
            <a:ext cx="1018146" cy="1101436"/>
          </a:xfrm>
          <a:prstGeom prst="hep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⑨</a:t>
            </a:r>
          </a:p>
        </p:txBody>
      </p:sp>
      <p:cxnSp>
        <p:nvCxnSpPr>
          <p:cNvPr id="1060" name="直線コネクタ 1059">
            <a:extLst>
              <a:ext uri="{FF2B5EF4-FFF2-40B4-BE49-F238E27FC236}">
                <a16:creationId xmlns:a16="http://schemas.microsoft.com/office/drawing/2014/main" id="{C9EDAE03-159C-5A4A-2A32-37501315F33E}"/>
              </a:ext>
            </a:extLst>
          </p:cNvPr>
          <p:cNvCxnSpPr>
            <a:cxnSpLocks/>
          </p:cNvCxnSpPr>
          <p:nvPr/>
        </p:nvCxnSpPr>
        <p:spPr>
          <a:xfrm>
            <a:off x="258144" y="12375937"/>
            <a:ext cx="3697619" cy="3022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七角形 1061">
            <a:extLst>
              <a:ext uri="{FF2B5EF4-FFF2-40B4-BE49-F238E27FC236}">
                <a16:creationId xmlns:a16="http://schemas.microsoft.com/office/drawing/2014/main" id="{9CD9B9AD-8CF0-B371-355F-95347EE5E62A}"/>
              </a:ext>
            </a:extLst>
          </p:cNvPr>
          <p:cNvSpPr/>
          <p:nvPr/>
        </p:nvSpPr>
        <p:spPr>
          <a:xfrm>
            <a:off x="-46623" y="11701125"/>
            <a:ext cx="735990" cy="886301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⑪</a:t>
            </a:r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97DEF609-2E9C-1FC5-34BB-7896A52B901F}"/>
              </a:ext>
            </a:extLst>
          </p:cNvPr>
          <p:cNvSpPr/>
          <p:nvPr/>
        </p:nvSpPr>
        <p:spPr>
          <a:xfrm>
            <a:off x="3955763" y="17346438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F6AB3C9B-0234-1496-CE94-81A94DA670F2}"/>
              </a:ext>
            </a:extLst>
          </p:cNvPr>
          <p:cNvSpPr/>
          <p:nvPr/>
        </p:nvSpPr>
        <p:spPr>
          <a:xfrm>
            <a:off x="5431447" y="17346438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65" name="正方形/長方形 1064">
            <a:extLst>
              <a:ext uri="{FF2B5EF4-FFF2-40B4-BE49-F238E27FC236}">
                <a16:creationId xmlns:a16="http://schemas.microsoft.com/office/drawing/2014/main" id="{E3CDC6BE-93AB-3B8E-A378-3F00997AC7D7}"/>
              </a:ext>
            </a:extLst>
          </p:cNvPr>
          <p:cNvSpPr/>
          <p:nvPr/>
        </p:nvSpPr>
        <p:spPr>
          <a:xfrm>
            <a:off x="6920907" y="17346438"/>
            <a:ext cx="1059872" cy="110143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84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6DA4-22F3-7B34-28D6-191AE689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3985B2-17FF-7B0A-7308-78F865DF02B9}"/>
              </a:ext>
            </a:extLst>
          </p:cNvPr>
          <p:cNvSpPr txBox="1"/>
          <p:nvPr/>
        </p:nvSpPr>
        <p:spPr>
          <a:xfrm>
            <a:off x="1141335" y="2350140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星に入るのは？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E745E1-8419-9D19-52C3-68D4F29A9DF4}"/>
              </a:ext>
            </a:extLst>
          </p:cNvPr>
          <p:cNvSpPr txBox="1"/>
          <p:nvPr/>
        </p:nvSpPr>
        <p:spPr>
          <a:xfrm>
            <a:off x="254666" y="727365"/>
            <a:ext cx="18517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Forth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80B9F0-445E-CA3F-9DB1-AFF4828DF51D}"/>
              </a:ext>
            </a:extLst>
          </p:cNvPr>
          <p:cNvSpPr/>
          <p:nvPr/>
        </p:nvSpPr>
        <p:spPr>
          <a:xfrm>
            <a:off x="2989685" y="7513496"/>
            <a:ext cx="1059872" cy="1101436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A701F2-1249-BBB1-1590-CC96A39D4B76}"/>
              </a:ext>
            </a:extLst>
          </p:cNvPr>
          <p:cNvSpPr/>
          <p:nvPr/>
        </p:nvSpPr>
        <p:spPr>
          <a:xfrm>
            <a:off x="1929813" y="10391779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6EFE411-D878-A4F5-5EF6-A5585B2E1D1C}"/>
              </a:ext>
            </a:extLst>
          </p:cNvPr>
          <p:cNvSpPr/>
          <p:nvPr/>
        </p:nvSpPr>
        <p:spPr>
          <a:xfrm>
            <a:off x="5566064" y="5685022"/>
            <a:ext cx="1059872" cy="11014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5826D5C-C3EC-3FA9-3766-7B17484CF966}"/>
              </a:ext>
            </a:extLst>
          </p:cNvPr>
          <p:cNvSpPr/>
          <p:nvPr/>
        </p:nvSpPr>
        <p:spPr>
          <a:xfrm>
            <a:off x="8227764" y="7481565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194BB84-AD20-ED87-9565-83AAE88FC820}"/>
              </a:ext>
            </a:extLst>
          </p:cNvPr>
          <p:cNvSpPr/>
          <p:nvPr/>
        </p:nvSpPr>
        <p:spPr>
          <a:xfrm>
            <a:off x="9287636" y="10391779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B7F54A-B9F2-98CE-9634-D04D252E3AA3}"/>
              </a:ext>
            </a:extLst>
          </p:cNvPr>
          <p:cNvSpPr/>
          <p:nvPr/>
        </p:nvSpPr>
        <p:spPr>
          <a:xfrm>
            <a:off x="7697828" y="12947291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1AA138-7D3C-04F2-AD40-2FB0E26ABCA0}"/>
              </a:ext>
            </a:extLst>
          </p:cNvPr>
          <p:cNvSpPr txBox="1"/>
          <p:nvPr/>
        </p:nvSpPr>
        <p:spPr>
          <a:xfrm>
            <a:off x="7289967" y="20643327"/>
            <a:ext cx="44237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YUS</a:t>
            </a:r>
            <a:r>
              <a:rPr kumimoji="1" lang="en-US" altLang="ja-JP" sz="4400" b="1" dirty="0"/>
              <a:t>U</a:t>
            </a:r>
            <a:r>
              <a:rPr kumimoji="1" lang="en-US" altLang="ja-JP" sz="4000" dirty="0"/>
              <a:t>KE</a:t>
            </a:r>
            <a:endParaRPr kumimoji="1" lang="ja-JP" altLang="en-US" sz="40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2F5F48-0926-2161-1A9D-26D5C97E58B6}"/>
              </a:ext>
            </a:extLst>
          </p:cNvPr>
          <p:cNvSpPr/>
          <p:nvPr/>
        </p:nvSpPr>
        <p:spPr>
          <a:xfrm>
            <a:off x="3519621" y="12947291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tx1"/>
                </a:solidFill>
              </a:rPr>
              <a:t>★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E0CC9867-3068-0213-E7CD-786D0A4CC77C}"/>
              </a:ext>
            </a:extLst>
          </p:cNvPr>
          <p:cNvSpPr/>
          <p:nvPr/>
        </p:nvSpPr>
        <p:spPr>
          <a:xfrm rot="19432053">
            <a:off x="4214362" y="6574626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BCF1E11C-E4B4-F598-B245-C9FD3380791E}"/>
              </a:ext>
            </a:extLst>
          </p:cNvPr>
          <p:cNvSpPr/>
          <p:nvPr/>
        </p:nvSpPr>
        <p:spPr>
          <a:xfrm rot="1819362">
            <a:off x="7245912" y="6660675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3CF5ED5A-085A-F2FC-4C90-D40BD3B265D8}"/>
              </a:ext>
            </a:extLst>
          </p:cNvPr>
          <p:cNvSpPr/>
          <p:nvPr/>
        </p:nvSpPr>
        <p:spPr>
          <a:xfrm rot="3567835">
            <a:off x="9046041" y="9519284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DBA8D6DB-FAF0-01F6-8B17-85DBB3DB2727}"/>
              </a:ext>
            </a:extLst>
          </p:cNvPr>
          <p:cNvSpPr/>
          <p:nvPr/>
        </p:nvSpPr>
        <p:spPr>
          <a:xfrm rot="7660728">
            <a:off x="8922505" y="12108368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7A5C3D84-C829-E7A9-9B0B-BBDD39EA7B6A}"/>
              </a:ext>
            </a:extLst>
          </p:cNvPr>
          <p:cNvSpPr/>
          <p:nvPr/>
        </p:nvSpPr>
        <p:spPr>
          <a:xfrm rot="10800000">
            <a:off x="5780334" y="13241556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563B4BF0-DE5B-12E0-2B1A-86B28D2F37D8}"/>
              </a:ext>
            </a:extLst>
          </p:cNvPr>
          <p:cNvSpPr/>
          <p:nvPr/>
        </p:nvSpPr>
        <p:spPr>
          <a:xfrm rot="17612288">
            <a:off x="2455416" y="9315423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FDD0B348-60C0-B64D-4219-DC584AAD7DAA}"/>
              </a:ext>
            </a:extLst>
          </p:cNvPr>
          <p:cNvSpPr/>
          <p:nvPr/>
        </p:nvSpPr>
        <p:spPr>
          <a:xfrm rot="14684471">
            <a:off x="2624554" y="12108367"/>
            <a:ext cx="730261" cy="512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69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65AA-855F-8DA2-4FCB-6003DC431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CAAA5F-8BBB-9160-A98D-9D88D502A8AA}"/>
              </a:ext>
            </a:extLst>
          </p:cNvPr>
          <p:cNvSpPr txBox="1"/>
          <p:nvPr/>
        </p:nvSpPr>
        <p:spPr>
          <a:xfrm>
            <a:off x="1094800" y="2505619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はてなに入るのは？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1DDA05-90FD-3D27-9371-3BD158EA0FBF}"/>
              </a:ext>
            </a:extLst>
          </p:cNvPr>
          <p:cNvSpPr txBox="1"/>
          <p:nvPr/>
        </p:nvSpPr>
        <p:spPr>
          <a:xfrm>
            <a:off x="254666" y="727365"/>
            <a:ext cx="16802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A34AD4-2FBB-3986-550B-DA878C028FE6}"/>
              </a:ext>
            </a:extLst>
          </p:cNvPr>
          <p:cNvSpPr txBox="1"/>
          <p:nvPr/>
        </p:nvSpPr>
        <p:spPr>
          <a:xfrm>
            <a:off x="7289967" y="20643327"/>
            <a:ext cx="44092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YUSU</a:t>
            </a:r>
            <a:r>
              <a:rPr kumimoji="1" lang="en-US" altLang="ja-JP" sz="4400" b="1" dirty="0"/>
              <a:t>K</a:t>
            </a:r>
            <a:r>
              <a:rPr kumimoji="1" lang="en-US" altLang="ja-JP" sz="4000" dirty="0"/>
              <a:t>E</a:t>
            </a:r>
            <a:endParaRPr kumimoji="1" lang="ja-JP" altLang="en-US" sz="4000" dirty="0"/>
          </a:p>
        </p:txBody>
      </p:sp>
      <p:pic>
        <p:nvPicPr>
          <p:cNvPr id="4098" name="Picture 2" descr="うぐいす - 商用OK!フリー素材集「ナイスなイラスト」">
            <a:extLst>
              <a:ext uri="{FF2B5EF4-FFF2-40B4-BE49-F238E27FC236}">
                <a16:creationId xmlns:a16="http://schemas.microsoft.com/office/drawing/2014/main" id="{1BD32B78-C60A-5EEA-48DB-09AE0AB07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756" y="12219710"/>
            <a:ext cx="2768331" cy="276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矢印: 右 15">
            <a:extLst>
              <a:ext uri="{FF2B5EF4-FFF2-40B4-BE49-F238E27FC236}">
                <a16:creationId xmlns:a16="http://schemas.microsoft.com/office/drawing/2014/main" id="{8FF857B5-24F4-F25C-B055-037B42AAEAFD}"/>
              </a:ext>
            </a:extLst>
          </p:cNvPr>
          <p:cNvSpPr/>
          <p:nvPr/>
        </p:nvSpPr>
        <p:spPr>
          <a:xfrm>
            <a:off x="5022562" y="13292148"/>
            <a:ext cx="1350819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10" descr="はてなマークイラストのフリー素材｜イラストイメージ">
            <a:extLst>
              <a:ext uri="{FF2B5EF4-FFF2-40B4-BE49-F238E27FC236}">
                <a16:creationId xmlns:a16="http://schemas.microsoft.com/office/drawing/2014/main" id="{9E05227F-7FF1-9365-92CF-28E090EDA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42" y="12306618"/>
            <a:ext cx="2744494" cy="274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98F6EF0-2555-39E4-24BC-9504BBB36E55}"/>
              </a:ext>
            </a:extLst>
          </p:cNvPr>
          <p:cNvSpPr/>
          <p:nvPr/>
        </p:nvSpPr>
        <p:spPr>
          <a:xfrm>
            <a:off x="4043986" y="16655978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F2613B9-E8B9-BE1E-4B8A-B1F559FA3416}"/>
              </a:ext>
            </a:extLst>
          </p:cNvPr>
          <p:cNvSpPr/>
          <p:nvPr/>
        </p:nvSpPr>
        <p:spPr>
          <a:xfrm>
            <a:off x="6580477" y="16655978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00" name="Picture 4" descr="さくら(桜)のイラスト・画像No.062『壁紙：ポップなさくら』／無料のフリー素材集【百花繚乱】">
            <a:extLst>
              <a:ext uri="{FF2B5EF4-FFF2-40B4-BE49-F238E27FC236}">
                <a16:creationId xmlns:a16="http://schemas.microsoft.com/office/drawing/2014/main" id="{39A544D0-3914-9A25-FB37-AE99938C7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993" y="4867614"/>
            <a:ext cx="3340671" cy="294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矢印: 右 21">
            <a:extLst>
              <a:ext uri="{FF2B5EF4-FFF2-40B4-BE49-F238E27FC236}">
                <a16:creationId xmlns:a16="http://schemas.microsoft.com/office/drawing/2014/main" id="{DC939EE4-3B3D-3E98-735B-D3D8FB1BBA85}"/>
              </a:ext>
            </a:extLst>
          </p:cNvPr>
          <p:cNvSpPr/>
          <p:nvPr/>
        </p:nvSpPr>
        <p:spPr>
          <a:xfrm>
            <a:off x="5022562" y="6197170"/>
            <a:ext cx="1350819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02" name="Picture 6" descr="山積みのお皿のイラスト | かわいいフリー素材集 いらすとや">
            <a:extLst>
              <a:ext uri="{FF2B5EF4-FFF2-40B4-BE49-F238E27FC236}">
                <a16:creationId xmlns:a16="http://schemas.microsoft.com/office/drawing/2014/main" id="{588A1A35-F37B-FBB7-04BD-409DB248E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349" y="4435045"/>
            <a:ext cx="3214687" cy="352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天ぷらのイラスト | かわいいフリー素材集 いらすとや">
            <a:extLst>
              <a:ext uri="{FF2B5EF4-FFF2-40B4-BE49-F238E27FC236}">
                <a16:creationId xmlns:a16="http://schemas.microsoft.com/office/drawing/2014/main" id="{B68B1D8D-BDBA-1822-EB23-DEB333892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985" y="8523225"/>
            <a:ext cx="3581937" cy="294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矢印: 右 22">
            <a:extLst>
              <a:ext uri="{FF2B5EF4-FFF2-40B4-BE49-F238E27FC236}">
                <a16:creationId xmlns:a16="http://schemas.microsoft.com/office/drawing/2014/main" id="{1E5A8CB3-B9E4-F357-CFBD-5BFF6981A05D}"/>
              </a:ext>
            </a:extLst>
          </p:cNvPr>
          <p:cNvSpPr/>
          <p:nvPr/>
        </p:nvSpPr>
        <p:spPr>
          <a:xfrm>
            <a:off x="5022562" y="9928318"/>
            <a:ext cx="1350819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06" name="Picture 10" descr="紅葉のイラスト「京都のお寺」 | かわいいフリー素材集 いらすとや">
            <a:extLst>
              <a:ext uri="{FF2B5EF4-FFF2-40B4-BE49-F238E27FC236}">
                <a16:creationId xmlns:a16="http://schemas.microsoft.com/office/drawing/2014/main" id="{2C9A1292-3C3D-018D-5ECF-14D50165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87" y="8928831"/>
            <a:ext cx="3587574" cy="274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10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AF70-8FCC-CBDA-DF86-A64F7E9B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73F3AC-A66B-B505-556B-CC525E6D9403}"/>
              </a:ext>
            </a:extLst>
          </p:cNvPr>
          <p:cNvSpPr txBox="1"/>
          <p:nvPr/>
        </p:nvSpPr>
        <p:spPr>
          <a:xfrm>
            <a:off x="1137279" y="5943601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今までの答えを起きた順に並べて！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5224D5-0BAD-4F2D-A9CD-D91116B56CC6}"/>
              </a:ext>
            </a:extLst>
          </p:cNvPr>
          <p:cNvSpPr txBox="1"/>
          <p:nvPr/>
        </p:nvSpPr>
        <p:spPr>
          <a:xfrm>
            <a:off x="254666" y="727365"/>
            <a:ext cx="18085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Sixth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DFB1B8B-2908-6C0C-3033-5B9F438F7DD4}"/>
              </a:ext>
            </a:extLst>
          </p:cNvPr>
          <p:cNvSpPr/>
          <p:nvPr/>
        </p:nvSpPr>
        <p:spPr>
          <a:xfrm>
            <a:off x="1931044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7872FE8-97AA-6B75-4F21-A851297704BD}"/>
              </a:ext>
            </a:extLst>
          </p:cNvPr>
          <p:cNvSpPr/>
          <p:nvPr/>
        </p:nvSpPr>
        <p:spPr>
          <a:xfrm>
            <a:off x="3427335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5555ED1-FC05-E2A9-A1A6-B02E31123A83}"/>
              </a:ext>
            </a:extLst>
          </p:cNvPr>
          <p:cNvSpPr/>
          <p:nvPr/>
        </p:nvSpPr>
        <p:spPr>
          <a:xfrm>
            <a:off x="4923626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DE4D8EC-17EF-9FA2-D45D-FE5D3FC0A002}"/>
              </a:ext>
            </a:extLst>
          </p:cNvPr>
          <p:cNvSpPr/>
          <p:nvPr/>
        </p:nvSpPr>
        <p:spPr>
          <a:xfrm>
            <a:off x="6419917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24F2FA-3D2A-974F-C698-591D82B7F00C}"/>
              </a:ext>
            </a:extLst>
          </p:cNvPr>
          <p:cNvSpPr/>
          <p:nvPr/>
        </p:nvSpPr>
        <p:spPr>
          <a:xfrm>
            <a:off x="7916208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5731517-3470-458B-3872-D8F2602E917A}"/>
              </a:ext>
            </a:extLst>
          </p:cNvPr>
          <p:cNvSpPr/>
          <p:nvPr/>
        </p:nvSpPr>
        <p:spPr>
          <a:xfrm>
            <a:off x="9412499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35B5E62-00C2-2BA4-0D93-D45AE75264BA}"/>
              </a:ext>
            </a:extLst>
          </p:cNvPr>
          <p:cNvSpPr txBox="1"/>
          <p:nvPr/>
        </p:nvSpPr>
        <p:spPr>
          <a:xfrm>
            <a:off x="580226" y="8499764"/>
            <a:ext cx="4156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今から行くのは</a:t>
            </a:r>
          </a:p>
        </p:txBody>
      </p:sp>
      <p:pic>
        <p:nvPicPr>
          <p:cNvPr id="15" name="図 14" descr="川の上の橋と建物&#10;&#10;AI 生成コンテンツは誤りを含む可能性があります。">
            <a:extLst>
              <a:ext uri="{FF2B5EF4-FFF2-40B4-BE49-F238E27FC236}">
                <a16:creationId xmlns:a16="http://schemas.microsoft.com/office/drawing/2014/main" id="{B7BA539F-0F80-D9AB-443E-4620BC4F5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37279" y="14054275"/>
            <a:ext cx="2803851" cy="1870147"/>
          </a:xfrm>
          <a:prstGeom prst="rect">
            <a:avLst/>
          </a:prstGeom>
        </p:spPr>
      </p:pic>
      <p:pic>
        <p:nvPicPr>
          <p:cNvPr id="18" name="図 17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92C194D-9F3B-BCAD-90DB-FF50D4257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590717" y="13925638"/>
            <a:ext cx="3010566" cy="2127419"/>
          </a:xfrm>
          <a:prstGeom prst="rect">
            <a:avLst/>
          </a:prstGeom>
        </p:spPr>
      </p:pic>
      <p:pic>
        <p:nvPicPr>
          <p:cNvPr id="21" name="図 20" descr="建物, カラフル, 絵画, 古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5B3DB2E-B6AD-ED52-5326-F3524A911A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916208" y="14082048"/>
            <a:ext cx="3409883" cy="1844178"/>
          </a:xfrm>
          <a:prstGeom prst="rect">
            <a:avLst/>
          </a:prstGeom>
        </p:spPr>
      </p:pic>
      <p:pic>
        <p:nvPicPr>
          <p:cNvPr id="1026" name="Picture 2" descr="フジプレミアムリゾート 宿泊予約【楽天トラベル】">
            <a:extLst>
              <a:ext uri="{FF2B5EF4-FFF2-40B4-BE49-F238E27FC236}">
                <a16:creationId xmlns:a16="http://schemas.microsoft.com/office/drawing/2014/main" id="{E034A108-A415-85C8-FD96-E4EA75EE8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862" y="17231147"/>
            <a:ext cx="2803851" cy="15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【90秒でわかる「界 川治」ってどんな宿？】現地取材で見つけた魅力と過ごし方｜星野リゾート×TABIZINE10周年 | TABIZINE ...">
            <a:extLst>
              <a:ext uri="{FF2B5EF4-FFF2-40B4-BE49-F238E27FC236}">
                <a16:creationId xmlns:a16="http://schemas.microsoft.com/office/drawing/2014/main" id="{EC3753B1-0CB4-D0D0-2537-B99A207B6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776" y="17231147"/>
            <a:ext cx="2308447" cy="173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湯畑の様子 2023年3月21日撮影 – 【公式】草津温泉 草津スカイランドホテル 栖風亭">
            <a:extLst>
              <a:ext uri="{FF2B5EF4-FFF2-40B4-BE49-F238E27FC236}">
                <a16:creationId xmlns:a16="http://schemas.microsoft.com/office/drawing/2014/main" id="{29F98116-4682-CA30-56E0-5BA1B6E83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88" y="17231147"/>
            <a:ext cx="3281603" cy="246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3DA4B37-A762-B34D-9881-64014C04AA89}"/>
              </a:ext>
            </a:extLst>
          </p:cNvPr>
          <p:cNvSpPr txBox="1"/>
          <p:nvPr/>
        </p:nvSpPr>
        <p:spPr>
          <a:xfrm>
            <a:off x="7289967" y="20643327"/>
            <a:ext cx="44189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YUSUK</a:t>
            </a:r>
            <a:r>
              <a:rPr kumimoji="1" lang="en-US" altLang="ja-JP" sz="4400" b="1" dirty="0"/>
              <a:t>E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7529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FB7C-6655-21F9-D191-5F305FEAE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49E789-E378-5AD1-0396-CA1AE0E5D4BD}"/>
              </a:ext>
            </a:extLst>
          </p:cNvPr>
          <p:cNvSpPr txBox="1"/>
          <p:nvPr/>
        </p:nvSpPr>
        <p:spPr>
          <a:xfrm>
            <a:off x="1137279" y="5943601"/>
            <a:ext cx="1055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今までの答えを起きた順に並べて！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E7C1C9-D7E7-879B-7A52-1146A8913319}"/>
              </a:ext>
            </a:extLst>
          </p:cNvPr>
          <p:cNvSpPr txBox="1"/>
          <p:nvPr/>
        </p:nvSpPr>
        <p:spPr>
          <a:xfrm>
            <a:off x="254666" y="727365"/>
            <a:ext cx="17652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endParaRPr kumimoji="1" lang="ja-JP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72E6365-FD59-7B57-28BE-7FD1E1CCACD7}"/>
              </a:ext>
            </a:extLst>
          </p:cNvPr>
          <p:cNvSpPr/>
          <p:nvPr/>
        </p:nvSpPr>
        <p:spPr>
          <a:xfrm>
            <a:off x="1931044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A266EAB-B002-E7B8-F35A-011417BACE7E}"/>
              </a:ext>
            </a:extLst>
          </p:cNvPr>
          <p:cNvSpPr/>
          <p:nvPr/>
        </p:nvSpPr>
        <p:spPr>
          <a:xfrm>
            <a:off x="3427335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1B7F69-242A-B0D5-5A72-3ACB73A6D6DF}"/>
              </a:ext>
            </a:extLst>
          </p:cNvPr>
          <p:cNvSpPr/>
          <p:nvPr/>
        </p:nvSpPr>
        <p:spPr>
          <a:xfrm>
            <a:off x="4923626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2DDAC82-5F49-A207-D3A3-723DC3FE83DC}"/>
              </a:ext>
            </a:extLst>
          </p:cNvPr>
          <p:cNvSpPr/>
          <p:nvPr/>
        </p:nvSpPr>
        <p:spPr>
          <a:xfrm>
            <a:off x="6419917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BF3BC5-ACDC-BD46-076B-CCE6E603172C}"/>
              </a:ext>
            </a:extLst>
          </p:cNvPr>
          <p:cNvSpPr/>
          <p:nvPr/>
        </p:nvSpPr>
        <p:spPr>
          <a:xfrm>
            <a:off x="7916208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87822A-647A-505C-885D-2B4B64307181}"/>
              </a:ext>
            </a:extLst>
          </p:cNvPr>
          <p:cNvSpPr/>
          <p:nvPr/>
        </p:nvSpPr>
        <p:spPr>
          <a:xfrm>
            <a:off x="9412499" y="9735633"/>
            <a:ext cx="1059872" cy="11014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8B9CB90-3F60-D4CC-7D30-12B992B40A9B}"/>
              </a:ext>
            </a:extLst>
          </p:cNvPr>
          <p:cNvSpPr txBox="1"/>
          <p:nvPr/>
        </p:nvSpPr>
        <p:spPr>
          <a:xfrm>
            <a:off x="580226" y="8499764"/>
            <a:ext cx="4156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今から行くのは</a:t>
            </a:r>
          </a:p>
        </p:txBody>
      </p:sp>
      <p:pic>
        <p:nvPicPr>
          <p:cNvPr id="15" name="図 14" descr="川の上の橋と建物&#10;&#10;AI 生成コンテンツは誤りを含む可能性があります。">
            <a:extLst>
              <a:ext uri="{FF2B5EF4-FFF2-40B4-BE49-F238E27FC236}">
                <a16:creationId xmlns:a16="http://schemas.microsoft.com/office/drawing/2014/main" id="{1B68CFA3-C737-DD45-D341-0346DABE7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7279" y="14054275"/>
            <a:ext cx="2803851" cy="1870147"/>
          </a:xfrm>
          <a:prstGeom prst="rect">
            <a:avLst/>
          </a:prstGeom>
        </p:spPr>
      </p:pic>
      <p:pic>
        <p:nvPicPr>
          <p:cNvPr id="18" name="図 17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368D1D2-7F48-3BDC-8195-B579518D7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90717" y="13925638"/>
            <a:ext cx="3010566" cy="2127419"/>
          </a:xfrm>
          <a:prstGeom prst="rect">
            <a:avLst/>
          </a:prstGeom>
        </p:spPr>
      </p:pic>
      <p:pic>
        <p:nvPicPr>
          <p:cNvPr id="21" name="図 20" descr="建物, カラフル, 絵画, 古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B94F0A4-82CB-E9ED-9E08-AE38E852F5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916208" y="14082048"/>
            <a:ext cx="3409883" cy="1844178"/>
          </a:xfrm>
          <a:prstGeom prst="rect">
            <a:avLst/>
          </a:prstGeom>
        </p:spPr>
      </p:pic>
      <p:pic>
        <p:nvPicPr>
          <p:cNvPr id="1026" name="Picture 2" descr="フジプレミアムリゾート 宿泊予約【楽天トラベル】">
            <a:extLst>
              <a:ext uri="{FF2B5EF4-FFF2-40B4-BE49-F238E27FC236}">
                <a16:creationId xmlns:a16="http://schemas.microsoft.com/office/drawing/2014/main" id="{2C371942-8590-6077-6B89-0C0646B35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862" y="17231147"/>
            <a:ext cx="2803851" cy="15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【90秒でわかる「界 川治」ってどんな宿？】現地取材で見つけた魅力と過ごし方｜星野リゾート×TABIZINE10周年 | TABIZINE ...">
            <a:extLst>
              <a:ext uri="{FF2B5EF4-FFF2-40B4-BE49-F238E27FC236}">
                <a16:creationId xmlns:a16="http://schemas.microsoft.com/office/drawing/2014/main" id="{5611BAB8-807F-0BCD-AD79-3F21C908D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776" y="17231147"/>
            <a:ext cx="2308447" cy="173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湯畑の様子 2023年3月21日撮影 – 【公式】草津温泉 草津スカイランドホテル 栖風亭">
            <a:extLst>
              <a:ext uri="{FF2B5EF4-FFF2-40B4-BE49-F238E27FC236}">
                <a16:creationId xmlns:a16="http://schemas.microsoft.com/office/drawing/2014/main" id="{045BEBCD-9476-4FC6-9549-03E74B92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761" y="17085368"/>
            <a:ext cx="2824403" cy="211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139934-47CC-5444-EA0B-6254F659B31F}"/>
              </a:ext>
            </a:extLst>
          </p:cNvPr>
          <p:cNvSpPr txBox="1"/>
          <p:nvPr/>
        </p:nvSpPr>
        <p:spPr>
          <a:xfrm>
            <a:off x="7289967" y="20643327"/>
            <a:ext cx="46657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Written by </a:t>
            </a:r>
            <a:r>
              <a:rPr kumimoji="1" lang="en-US" altLang="ja-JP" sz="4400" b="1" dirty="0"/>
              <a:t>YUSUKE</a:t>
            </a:r>
            <a:endParaRPr kumimoji="1" lang="ja-JP" altLang="en-US" sz="40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1DDFA-F5E4-1285-70AD-A2C2100CB881}"/>
              </a:ext>
            </a:extLst>
          </p:cNvPr>
          <p:cNvSpPr/>
          <p:nvPr/>
        </p:nvSpPr>
        <p:spPr>
          <a:xfrm>
            <a:off x="6419917" y="8634197"/>
            <a:ext cx="1059872" cy="1101436"/>
          </a:xfrm>
          <a:prstGeom prst="rect">
            <a:avLst/>
          </a:prstGeom>
          <a:noFill/>
          <a:ln w="571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折線 23">
            <a:extLst>
              <a:ext uri="{FF2B5EF4-FFF2-40B4-BE49-F238E27FC236}">
                <a16:creationId xmlns:a16="http://schemas.microsoft.com/office/drawing/2014/main" id="{FB17F52F-B724-D5B3-1381-F6BB548D77D1}"/>
              </a:ext>
            </a:extLst>
          </p:cNvPr>
          <p:cNvSpPr/>
          <p:nvPr/>
        </p:nvSpPr>
        <p:spPr>
          <a:xfrm rot="5400000">
            <a:off x="2636973" y="9307520"/>
            <a:ext cx="707886" cy="66068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58B0D8-224C-A617-DB95-C6F56CF615E6}"/>
              </a:ext>
            </a:extLst>
          </p:cNvPr>
          <p:cNvSpPr/>
          <p:nvPr/>
        </p:nvSpPr>
        <p:spPr>
          <a:xfrm>
            <a:off x="3431976" y="10129183"/>
            <a:ext cx="1059872" cy="707886"/>
          </a:xfrm>
          <a:prstGeom prst="rect">
            <a:avLst/>
          </a:prstGeom>
          <a:noFill/>
          <a:ln w="571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円弧 25">
            <a:extLst>
              <a:ext uri="{FF2B5EF4-FFF2-40B4-BE49-F238E27FC236}">
                <a16:creationId xmlns:a16="http://schemas.microsoft.com/office/drawing/2014/main" id="{730E151C-8FF9-74B8-2A3A-147CE3995F95}"/>
              </a:ext>
            </a:extLst>
          </p:cNvPr>
          <p:cNvSpPr/>
          <p:nvPr/>
        </p:nvSpPr>
        <p:spPr>
          <a:xfrm>
            <a:off x="3427335" y="9730221"/>
            <a:ext cx="1059872" cy="784154"/>
          </a:xfrm>
          <a:prstGeom prst="arc">
            <a:avLst>
              <a:gd name="adj1" fmla="val 11106506"/>
              <a:gd name="adj2" fmla="val 0"/>
            </a:avLst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445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155</Words>
  <Application>Microsoft Office PowerPoint</Application>
  <PresentationFormat>ユーザー設定</PresentationFormat>
  <Paragraphs>65</Paragraphs>
  <Slides>7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游ゴシック</vt:lpstr>
      <vt:lpstr>Aptos</vt:lpstr>
      <vt:lpstr>Aptos Display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友亮 谷澤</dc:creator>
  <cp:lastModifiedBy>友亮 谷澤</cp:lastModifiedBy>
  <cp:revision>1</cp:revision>
  <dcterms:created xsi:type="dcterms:W3CDTF">2026-02-21T07:42:38Z</dcterms:created>
  <dcterms:modified xsi:type="dcterms:W3CDTF">2026-02-21T09:22:56Z</dcterms:modified>
</cp:coreProperties>
</file>